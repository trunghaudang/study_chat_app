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embedTrueTypeFonts="1" saveSubsetFonts="1" autoCompressPictures="0">
  <p:sldMasterIdLst>
    <p:sldMasterId id="2147483668" r:id="rId4"/>
  </p:sldMasterIdLst>
  <p:notesMasterIdLst>
    <p:notesMasterId r:id="rId24"/>
  </p:notesMasterIdLst>
  <p:sldIdLst>
    <p:sldId id="256" r:id="rId5"/>
    <p:sldId id="258" r:id="rId6"/>
    <p:sldId id="259" r:id="rId7"/>
    <p:sldId id="289" r:id="rId8"/>
    <p:sldId id="290" r:id="rId9"/>
    <p:sldId id="291" r:id="rId10"/>
    <p:sldId id="292" r:id="rId11"/>
    <p:sldId id="295" r:id="rId12"/>
    <p:sldId id="296" r:id="rId13"/>
    <p:sldId id="297" r:id="rId14"/>
    <p:sldId id="293" r:id="rId15"/>
    <p:sldId id="294" r:id="rId16"/>
    <p:sldId id="298" r:id="rId17"/>
    <p:sldId id="299" r:id="rId18"/>
    <p:sldId id="300" r:id="rId19"/>
    <p:sldId id="301" r:id="rId20"/>
    <p:sldId id="302" r:id="rId21"/>
    <p:sldId id="303" r:id="rId22"/>
    <p:sldId id="304" r:id="rId23"/>
  </p:sldIdLst>
  <p:sldSz cx="9144000" cy="5143500" type="screen16x9"/>
  <p:notesSz cx="6858000" cy="9144000"/>
  <p:embeddedFontLst>
    <p:embeddedFont>
      <p:font typeface="Albert Sans" panose="020B0604020202020204" charset="0"/>
      <p:regular r:id="rId25"/>
      <p:bold r:id="rId26"/>
      <p:italic r:id="rId27"/>
      <p:boldItalic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Manrope" panose="020B0604020202020204" charset="0"/>
      <p:regular r:id="rId33"/>
      <p:bold r:id="rId34"/>
    </p:embeddedFont>
    <p:embeddedFont>
      <p:font typeface="Manrope Medium" panose="020B060402020202020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453F70-0EB5-414A-BE0F-6A15477A7BDD}" v="30" dt="2023-06-05T07:58:07.025"/>
  </p1510:revLst>
</p1510:revInfo>
</file>

<file path=ppt/tableStyles.xml><?xml version="1.0" encoding="utf-8"?>
<a:tblStyleLst xmlns:a="http://schemas.openxmlformats.org/drawingml/2006/main" def="{E243E020-8AEE-40BB-905D-2950A07B47FD}">
  <a:tblStyle styleId="{E243E020-8AEE-40BB-905D-2950A07B47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748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10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3c823060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3c823060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3c8230601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3c8230601d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3585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3c8230601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3c8230601d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1992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3886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3c8230601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3c8230601d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689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3c8230601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3c8230601d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2017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3c8230601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3c8230601d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1858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3c8230601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3c8230601d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6593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3c8230601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3c8230601d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4592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3c8230601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3c8230601d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0156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3c8230601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3c8230601d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36511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1122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82489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3c8230601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3c8230601d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07554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3c8230601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3c8230601d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7319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3c8230601d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3c8230601d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19062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0816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>
            <a:off x="2686949" y="2599833"/>
            <a:ext cx="6454201" cy="2507492"/>
          </a:xfrm>
          <a:custGeom>
            <a:avLst/>
            <a:gdLst/>
            <a:ahLst/>
            <a:cxnLst/>
            <a:rect l="l" t="t" r="r" b="b"/>
            <a:pathLst>
              <a:path w="82717" h="32136" extrusionOk="0">
                <a:moveTo>
                  <a:pt x="371" y="0"/>
                </a:moveTo>
                <a:lnTo>
                  <a:pt x="0" y="32135"/>
                </a:lnTo>
                <a:cubicBezTo>
                  <a:pt x="7534" y="32082"/>
                  <a:pt x="15015" y="30455"/>
                  <a:pt x="20639" y="27626"/>
                </a:cubicBezTo>
                <a:cubicBezTo>
                  <a:pt x="27059" y="24424"/>
                  <a:pt x="30933" y="19879"/>
                  <a:pt x="37229" y="16590"/>
                </a:cubicBezTo>
                <a:cubicBezTo>
                  <a:pt x="43932" y="13106"/>
                  <a:pt x="52792" y="11319"/>
                  <a:pt x="61122" y="9232"/>
                </a:cubicBezTo>
                <a:cubicBezTo>
                  <a:pt x="69470" y="7145"/>
                  <a:pt x="78331" y="4510"/>
                  <a:pt x="82717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/>
          <p:nvPr/>
        </p:nvSpPr>
        <p:spPr>
          <a:xfrm>
            <a:off x="-75" y="-50"/>
            <a:ext cx="9144000" cy="5143500"/>
          </a:xfrm>
          <a:prstGeom prst="frame">
            <a:avLst>
              <a:gd name="adj1" fmla="val 3321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6153300" cy="21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55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13225" y="3838413"/>
            <a:ext cx="2940300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 rot="-3419439" flipH="1">
            <a:off x="4219949" y="453525"/>
            <a:ext cx="8601366" cy="4236341"/>
          </a:xfrm>
          <a:custGeom>
            <a:avLst/>
            <a:gdLst/>
            <a:ahLst/>
            <a:cxnLst/>
            <a:rect l="l" t="t" r="r" b="b"/>
            <a:pathLst>
              <a:path w="98122" h="48327" extrusionOk="0">
                <a:moveTo>
                  <a:pt x="80831" y="0"/>
                </a:moveTo>
                <a:cubicBezTo>
                  <a:pt x="77071" y="0"/>
                  <a:pt x="73202" y="1509"/>
                  <a:pt x="69825" y="3263"/>
                </a:cubicBezTo>
                <a:cubicBezTo>
                  <a:pt x="65297" y="5616"/>
                  <a:pt x="60840" y="8498"/>
                  <a:pt x="55694" y="9029"/>
                </a:cubicBezTo>
                <a:cubicBezTo>
                  <a:pt x="55102" y="9089"/>
                  <a:pt x="54514" y="9116"/>
                  <a:pt x="53929" y="9116"/>
                </a:cubicBezTo>
                <a:cubicBezTo>
                  <a:pt x="46576" y="9116"/>
                  <a:pt x="39658" y="4749"/>
                  <a:pt x="32202" y="4749"/>
                </a:cubicBezTo>
                <a:cubicBezTo>
                  <a:pt x="32174" y="4749"/>
                  <a:pt x="32146" y="4749"/>
                  <a:pt x="32118" y="4749"/>
                </a:cubicBezTo>
                <a:cubicBezTo>
                  <a:pt x="23983" y="4802"/>
                  <a:pt x="17103" y="9931"/>
                  <a:pt x="10029" y="13680"/>
                </a:cubicBezTo>
                <a:cubicBezTo>
                  <a:pt x="6669" y="15467"/>
                  <a:pt x="3379" y="16581"/>
                  <a:pt x="1" y="17341"/>
                </a:cubicBezTo>
                <a:lnTo>
                  <a:pt x="2053" y="48327"/>
                </a:lnTo>
                <a:lnTo>
                  <a:pt x="97963" y="41995"/>
                </a:lnTo>
                <a:lnTo>
                  <a:pt x="96212" y="15484"/>
                </a:lnTo>
                <a:cubicBezTo>
                  <a:pt x="96849" y="15431"/>
                  <a:pt x="97485" y="15307"/>
                  <a:pt x="98122" y="15201"/>
                </a:cubicBezTo>
                <a:cubicBezTo>
                  <a:pt x="96495" y="12336"/>
                  <a:pt x="94656" y="9577"/>
                  <a:pt x="92586" y="6960"/>
                </a:cubicBezTo>
                <a:cubicBezTo>
                  <a:pt x="90482" y="4307"/>
                  <a:pt x="88006" y="1689"/>
                  <a:pt x="84610" y="575"/>
                </a:cubicBezTo>
                <a:cubicBezTo>
                  <a:pt x="83379" y="175"/>
                  <a:pt x="82111" y="0"/>
                  <a:pt x="80831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 rot="10800000" flipH="1">
            <a:off x="3" y="0"/>
            <a:ext cx="9144000" cy="5143473"/>
            <a:chOff x="3" y="0"/>
            <a:chExt cx="9144000" cy="5143473"/>
          </a:xfrm>
        </p:grpSpPr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3" y="0"/>
              <a:ext cx="9144000" cy="51434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3" y="0"/>
              <a:ext cx="9144000" cy="51434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" name="Google Shape;21;p3"/>
          <p:cNvSpPr/>
          <p:nvPr/>
        </p:nvSpPr>
        <p:spPr>
          <a:xfrm>
            <a:off x="-75" y="-50"/>
            <a:ext cx="9144000" cy="5143500"/>
          </a:xfrm>
          <a:prstGeom prst="frame">
            <a:avLst>
              <a:gd name="adj1" fmla="val 3321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713225" y="1336371"/>
            <a:ext cx="4539600" cy="172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713225" y="3965250"/>
            <a:ext cx="2648400" cy="63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539500"/>
            <a:ext cx="1885800" cy="76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 rot="10800000">
            <a:off x="2686949" y="2599833"/>
            <a:ext cx="6454201" cy="2507492"/>
          </a:xfrm>
          <a:custGeom>
            <a:avLst/>
            <a:gdLst/>
            <a:ahLst/>
            <a:cxnLst/>
            <a:rect l="l" t="t" r="r" b="b"/>
            <a:pathLst>
              <a:path w="82717" h="32136" extrusionOk="0">
                <a:moveTo>
                  <a:pt x="371" y="0"/>
                </a:moveTo>
                <a:lnTo>
                  <a:pt x="0" y="32135"/>
                </a:lnTo>
                <a:cubicBezTo>
                  <a:pt x="7534" y="32082"/>
                  <a:pt x="15015" y="30455"/>
                  <a:pt x="20639" y="27626"/>
                </a:cubicBezTo>
                <a:cubicBezTo>
                  <a:pt x="27059" y="24424"/>
                  <a:pt x="30933" y="19879"/>
                  <a:pt x="37229" y="16590"/>
                </a:cubicBezTo>
                <a:cubicBezTo>
                  <a:pt x="43932" y="13106"/>
                  <a:pt x="52792" y="11319"/>
                  <a:pt x="61122" y="9232"/>
                </a:cubicBezTo>
                <a:cubicBezTo>
                  <a:pt x="69470" y="7145"/>
                  <a:pt x="78331" y="4510"/>
                  <a:pt x="82717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" name="Google Shape;82;p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83" name="Google Shape;83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" name="Google Shape;85;p8"/>
          <p:cNvSpPr/>
          <p:nvPr/>
        </p:nvSpPr>
        <p:spPr>
          <a:xfrm>
            <a:off x="-75" y="-50"/>
            <a:ext cx="9144000" cy="5143500"/>
          </a:xfrm>
          <a:prstGeom prst="frame">
            <a:avLst>
              <a:gd name="adj1" fmla="val 3321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ctrTitle"/>
          </p:nvPr>
        </p:nvSpPr>
        <p:spPr>
          <a:xfrm>
            <a:off x="713225" y="1475700"/>
            <a:ext cx="5415000" cy="219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0"/>
              <a:buNone/>
              <a:defRPr sz="6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/>
          <p:nvPr/>
        </p:nvSpPr>
        <p:spPr>
          <a:xfrm rot="-3419439" flipH="1">
            <a:off x="4219949" y="453525"/>
            <a:ext cx="8601366" cy="4236341"/>
          </a:xfrm>
          <a:custGeom>
            <a:avLst/>
            <a:gdLst/>
            <a:ahLst/>
            <a:cxnLst/>
            <a:rect l="l" t="t" r="r" b="b"/>
            <a:pathLst>
              <a:path w="98122" h="48327" extrusionOk="0">
                <a:moveTo>
                  <a:pt x="80831" y="0"/>
                </a:moveTo>
                <a:cubicBezTo>
                  <a:pt x="77071" y="0"/>
                  <a:pt x="73202" y="1509"/>
                  <a:pt x="69825" y="3263"/>
                </a:cubicBezTo>
                <a:cubicBezTo>
                  <a:pt x="65297" y="5616"/>
                  <a:pt x="60840" y="8498"/>
                  <a:pt x="55694" y="9029"/>
                </a:cubicBezTo>
                <a:cubicBezTo>
                  <a:pt x="55102" y="9089"/>
                  <a:pt x="54514" y="9116"/>
                  <a:pt x="53929" y="9116"/>
                </a:cubicBezTo>
                <a:cubicBezTo>
                  <a:pt x="46576" y="9116"/>
                  <a:pt x="39658" y="4749"/>
                  <a:pt x="32202" y="4749"/>
                </a:cubicBezTo>
                <a:cubicBezTo>
                  <a:pt x="32174" y="4749"/>
                  <a:pt x="32146" y="4749"/>
                  <a:pt x="32118" y="4749"/>
                </a:cubicBezTo>
                <a:cubicBezTo>
                  <a:pt x="23983" y="4802"/>
                  <a:pt x="17103" y="9931"/>
                  <a:pt x="10029" y="13680"/>
                </a:cubicBezTo>
                <a:cubicBezTo>
                  <a:pt x="6669" y="15467"/>
                  <a:pt x="3379" y="16581"/>
                  <a:pt x="1" y="17341"/>
                </a:cubicBezTo>
                <a:lnTo>
                  <a:pt x="2053" y="48327"/>
                </a:lnTo>
                <a:lnTo>
                  <a:pt x="97963" y="41995"/>
                </a:lnTo>
                <a:lnTo>
                  <a:pt x="96212" y="15484"/>
                </a:lnTo>
                <a:cubicBezTo>
                  <a:pt x="96849" y="15431"/>
                  <a:pt x="97485" y="15307"/>
                  <a:pt x="98122" y="15201"/>
                </a:cubicBezTo>
                <a:cubicBezTo>
                  <a:pt x="96495" y="12336"/>
                  <a:pt x="94656" y="9577"/>
                  <a:pt x="92586" y="6960"/>
                </a:cubicBezTo>
                <a:cubicBezTo>
                  <a:pt x="90482" y="4307"/>
                  <a:pt x="88006" y="1689"/>
                  <a:pt x="84610" y="575"/>
                </a:cubicBezTo>
                <a:cubicBezTo>
                  <a:pt x="83379" y="175"/>
                  <a:pt x="82111" y="0"/>
                  <a:pt x="80831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" name="Google Shape;89;p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90" name="Google Shape;90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" name="Google Shape;92;p9"/>
          <p:cNvSpPr/>
          <p:nvPr/>
        </p:nvSpPr>
        <p:spPr>
          <a:xfrm>
            <a:off x="-75" y="-50"/>
            <a:ext cx="9144000" cy="5143500"/>
          </a:xfrm>
          <a:prstGeom prst="frame">
            <a:avLst>
              <a:gd name="adj1" fmla="val 3321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9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6153300" cy="21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000"/>
              <a:buNone/>
              <a:defRPr sz="5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subTitle" idx="1"/>
          </p:nvPr>
        </p:nvSpPr>
        <p:spPr>
          <a:xfrm>
            <a:off x="713225" y="3838413"/>
            <a:ext cx="2940300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"/>
          <p:cNvSpPr/>
          <p:nvPr/>
        </p:nvSpPr>
        <p:spPr>
          <a:xfrm rot="10800000">
            <a:off x="2686949" y="2599833"/>
            <a:ext cx="6454201" cy="2507492"/>
          </a:xfrm>
          <a:custGeom>
            <a:avLst/>
            <a:gdLst/>
            <a:ahLst/>
            <a:cxnLst/>
            <a:rect l="l" t="t" r="r" b="b"/>
            <a:pathLst>
              <a:path w="82717" h="32136" extrusionOk="0">
                <a:moveTo>
                  <a:pt x="371" y="0"/>
                </a:moveTo>
                <a:lnTo>
                  <a:pt x="0" y="32135"/>
                </a:lnTo>
                <a:cubicBezTo>
                  <a:pt x="7534" y="32082"/>
                  <a:pt x="15015" y="30455"/>
                  <a:pt x="20639" y="27626"/>
                </a:cubicBezTo>
                <a:cubicBezTo>
                  <a:pt x="27059" y="24424"/>
                  <a:pt x="30933" y="19879"/>
                  <a:pt x="37229" y="16590"/>
                </a:cubicBezTo>
                <a:cubicBezTo>
                  <a:pt x="43932" y="13106"/>
                  <a:pt x="52792" y="11319"/>
                  <a:pt x="61122" y="9232"/>
                </a:cubicBezTo>
                <a:cubicBezTo>
                  <a:pt x="69470" y="7145"/>
                  <a:pt x="78331" y="4510"/>
                  <a:pt x="82717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100;p1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101" name="Google Shape;101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11"/>
          <p:cNvSpPr/>
          <p:nvPr/>
        </p:nvSpPr>
        <p:spPr>
          <a:xfrm>
            <a:off x="-75" y="-50"/>
            <a:ext cx="9144000" cy="5143500"/>
          </a:xfrm>
          <a:prstGeom prst="frame">
            <a:avLst>
              <a:gd name="adj1" fmla="val 3321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88250"/>
            <a:ext cx="6576000" cy="19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5" name="Google Shape;105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1">
    <p:bg>
      <p:bgPr>
        <a:solidFill>
          <a:schemeClr val="dk2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 rot="-9521848" flipH="1">
            <a:off x="6569328" y="-429044"/>
            <a:ext cx="3552370" cy="1749612"/>
          </a:xfrm>
          <a:custGeom>
            <a:avLst/>
            <a:gdLst/>
            <a:ahLst/>
            <a:cxnLst/>
            <a:rect l="l" t="t" r="r" b="b"/>
            <a:pathLst>
              <a:path w="98122" h="48327" extrusionOk="0">
                <a:moveTo>
                  <a:pt x="80831" y="0"/>
                </a:moveTo>
                <a:cubicBezTo>
                  <a:pt x="77071" y="0"/>
                  <a:pt x="73202" y="1509"/>
                  <a:pt x="69825" y="3263"/>
                </a:cubicBezTo>
                <a:cubicBezTo>
                  <a:pt x="65297" y="5616"/>
                  <a:pt x="60840" y="8498"/>
                  <a:pt x="55694" y="9029"/>
                </a:cubicBezTo>
                <a:cubicBezTo>
                  <a:pt x="55102" y="9089"/>
                  <a:pt x="54514" y="9116"/>
                  <a:pt x="53929" y="9116"/>
                </a:cubicBezTo>
                <a:cubicBezTo>
                  <a:pt x="46576" y="9116"/>
                  <a:pt x="39658" y="4749"/>
                  <a:pt x="32202" y="4749"/>
                </a:cubicBezTo>
                <a:cubicBezTo>
                  <a:pt x="32174" y="4749"/>
                  <a:pt x="32146" y="4749"/>
                  <a:pt x="32118" y="4749"/>
                </a:cubicBezTo>
                <a:cubicBezTo>
                  <a:pt x="23983" y="4802"/>
                  <a:pt x="17103" y="9931"/>
                  <a:pt x="10029" y="13680"/>
                </a:cubicBezTo>
                <a:cubicBezTo>
                  <a:pt x="6669" y="15467"/>
                  <a:pt x="3379" y="16581"/>
                  <a:pt x="1" y="17341"/>
                </a:cubicBezTo>
                <a:lnTo>
                  <a:pt x="2053" y="48327"/>
                </a:lnTo>
                <a:lnTo>
                  <a:pt x="97963" y="41995"/>
                </a:lnTo>
                <a:lnTo>
                  <a:pt x="96212" y="15484"/>
                </a:lnTo>
                <a:cubicBezTo>
                  <a:pt x="96849" y="15431"/>
                  <a:pt x="97485" y="15307"/>
                  <a:pt x="98122" y="15201"/>
                </a:cubicBezTo>
                <a:cubicBezTo>
                  <a:pt x="96495" y="12336"/>
                  <a:pt x="94656" y="9577"/>
                  <a:pt x="92586" y="6960"/>
                </a:cubicBezTo>
                <a:cubicBezTo>
                  <a:pt x="90482" y="4307"/>
                  <a:pt x="88006" y="1689"/>
                  <a:pt x="84610" y="575"/>
                </a:cubicBezTo>
                <a:cubicBezTo>
                  <a:pt x="83379" y="175"/>
                  <a:pt x="82111" y="0"/>
                  <a:pt x="80831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" name="Google Shape;109;p13"/>
          <p:cNvGrpSpPr/>
          <p:nvPr/>
        </p:nvGrpSpPr>
        <p:grpSpPr>
          <a:xfrm>
            <a:off x="0" y="-275152"/>
            <a:ext cx="9144000" cy="5418653"/>
            <a:chOff x="0" y="-275152"/>
            <a:chExt cx="9144000" cy="5418653"/>
          </a:xfrm>
        </p:grpSpPr>
        <p:pic>
          <p:nvPicPr>
            <p:cNvPr id="110" name="Google Shape;110;p13"/>
            <p:cNvPicPr preferRelativeResize="0"/>
            <p:nvPr/>
          </p:nvPicPr>
          <p:blipFill rotWithShape="1">
            <a:blip r:embed="rId2">
              <a:alphaModFix/>
            </a:blip>
            <a:srcRect l="-5641"/>
            <a:stretch/>
          </p:blipFill>
          <p:spPr>
            <a:xfrm rot="5400000">
              <a:off x="-1185326" y="910174"/>
              <a:ext cx="5418653" cy="304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3"/>
            <p:cNvPicPr preferRelativeResize="0"/>
            <p:nvPr/>
          </p:nvPicPr>
          <p:blipFill rotWithShape="1">
            <a:blip r:embed="rId2">
              <a:alphaModFix/>
            </a:blip>
            <a:srcRect l="5338"/>
            <a:stretch/>
          </p:blipFill>
          <p:spPr>
            <a:xfrm rot="-5400000" flipH="1">
              <a:off x="2007363" y="1054862"/>
              <a:ext cx="5129275" cy="304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3"/>
            <p:cNvPicPr preferRelativeResize="0"/>
            <p:nvPr/>
          </p:nvPicPr>
          <p:blipFill rotWithShape="1">
            <a:blip r:embed="rId2">
              <a:alphaModFix/>
            </a:blip>
            <a:srcRect l="5864"/>
            <a:stretch/>
          </p:blipFill>
          <p:spPr>
            <a:xfrm rot="-5400000" flipH="1">
              <a:off x="5069575" y="1069075"/>
              <a:ext cx="5100850" cy="3048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" name="Google Shape;113;p13"/>
          <p:cNvGrpSpPr/>
          <p:nvPr/>
        </p:nvGrpSpPr>
        <p:grpSpPr>
          <a:xfrm>
            <a:off x="0" y="-275152"/>
            <a:ext cx="9144000" cy="5418653"/>
            <a:chOff x="0" y="-275152"/>
            <a:chExt cx="9144000" cy="5418653"/>
          </a:xfrm>
        </p:grpSpPr>
        <p:pic>
          <p:nvPicPr>
            <p:cNvPr id="114" name="Google Shape;114;p13"/>
            <p:cNvPicPr preferRelativeResize="0"/>
            <p:nvPr/>
          </p:nvPicPr>
          <p:blipFill rotWithShape="1">
            <a:blip r:embed="rId2">
              <a:alphaModFix/>
            </a:blip>
            <a:srcRect l="-5641"/>
            <a:stretch/>
          </p:blipFill>
          <p:spPr>
            <a:xfrm rot="5400000">
              <a:off x="-1185326" y="910174"/>
              <a:ext cx="5418653" cy="304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3"/>
            <p:cNvPicPr preferRelativeResize="0"/>
            <p:nvPr/>
          </p:nvPicPr>
          <p:blipFill rotWithShape="1">
            <a:blip r:embed="rId2">
              <a:alphaModFix/>
            </a:blip>
            <a:srcRect l="5338"/>
            <a:stretch/>
          </p:blipFill>
          <p:spPr>
            <a:xfrm rot="-5400000" flipH="1">
              <a:off x="2007363" y="1054862"/>
              <a:ext cx="5129275" cy="304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3"/>
            <p:cNvPicPr preferRelativeResize="0"/>
            <p:nvPr/>
          </p:nvPicPr>
          <p:blipFill rotWithShape="1">
            <a:blip r:embed="rId2">
              <a:alphaModFix/>
            </a:blip>
            <a:srcRect l="5864"/>
            <a:stretch/>
          </p:blipFill>
          <p:spPr>
            <a:xfrm rot="-5400000" flipH="1">
              <a:off x="5069575" y="1069075"/>
              <a:ext cx="5100850" cy="304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" name="Google Shape;117;p13"/>
          <p:cNvSpPr/>
          <p:nvPr/>
        </p:nvSpPr>
        <p:spPr>
          <a:xfrm>
            <a:off x="-75" y="-50"/>
            <a:ext cx="9144000" cy="5143500"/>
          </a:xfrm>
          <a:prstGeom prst="frame">
            <a:avLst>
              <a:gd name="adj1" fmla="val 3321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/>
          </p:nvPr>
        </p:nvSpPr>
        <p:spPr>
          <a:xfrm>
            <a:off x="713226" y="2744825"/>
            <a:ext cx="239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1"/>
          </p:nvPr>
        </p:nvSpPr>
        <p:spPr>
          <a:xfrm>
            <a:off x="713225" y="3199399"/>
            <a:ext cx="2396400" cy="11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2070182"/>
            <a:ext cx="2396400" cy="63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 idx="3"/>
          </p:nvPr>
        </p:nvSpPr>
        <p:spPr>
          <a:xfrm>
            <a:off x="3373801" y="2744825"/>
            <a:ext cx="239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4"/>
          </p:nvPr>
        </p:nvSpPr>
        <p:spPr>
          <a:xfrm>
            <a:off x="3373800" y="3199399"/>
            <a:ext cx="2396400" cy="11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 idx="5"/>
          </p:nvPr>
        </p:nvSpPr>
        <p:spPr>
          <a:xfrm>
            <a:off x="6034376" y="2744825"/>
            <a:ext cx="239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6"/>
          </p:nvPr>
        </p:nvSpPr>
        <p:spPr>
          <a:xfrm>
            <a:off x="6034375" y="3199399"/>
            <a:ext cx="2396400" cy="11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7" hasCustomPrompt="1"/>
          </p:nvPr>
        </p:nvSpPr>
        <p:spPr>
          <a:xfrm>
            <a:off x="3373800" y="2070182"/>
            <a:ext cx="2396400" cy="63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8" hasCustomPrompt="1"/>
          </p:nvPr>
        </p:nvSpPr>
        <p:spPr>
          <a:xfrm>
            <a:off x="6034375" y="2070182"/>
            <a:ext cx="2396400" cy="63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ctrTitle" idx="9"/>
          </p:nvPr>
        </p:nvSpPr>
        <p:spPr>
          <a:xfrm>
            <a:off x="713225" y="539500"/>
            <a:ext cx="77175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chemeClr val="dk2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/>
          <p:nvPr/>
        </p:nvSpPr>
        <p:spPr>
          <a:xfrm rot="4925403">
            <a:off x="6780642" y="877205"/>
            <a:ext cx="3516254" cy="1366084"/>
          </a:xfrm>
          <a:custGeom>
            <a:avLst/>
            <a:gdLst/>
            <a:ahLst/>
            <a:cxnLst/>
            <a:rect l="l" t="t" r="r" b="b"/>
            <a:pathLst>
              <a:path w="82717" h="32136" extrusionOk="0">
                <a:moveTo>
                  <a:pt x="371" y="0"/>
                </a:moveTo>
                <a:lnTo>
                  <a:pt x="0" y="32135"/>
                </a:lnTo>
                <a:cubicBezTo>
                  <a:pt x="7534" y="32082"/>
                  <a:pt x="15015" y="30455"/>
                  <a:pt x="20639" y="27626"/>
                </a:cubicBezTo>
                <a:cubicBezTo>
                  <a:pt x="27059" y="24424"/>
                  <a:pt x="30933" y="19879"/>
                  <a:pt x="37229" y="16590"/>
                </a:cubicBezTo>
                <a:cubicBezTo>
                  <a:pt x="43932" y="13106"/>
                  <a:pt x="52792" y="11319"/>
                  <a:pt x="61122" y="9232"/>
                </a:cubicBezTo>
                <a:cubicBezTo>
                  <a:pt x="69470" y="7145"/>
                  <a:pt x="78331" y="4510"/>
                  <a:pt x="82717" y="0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" name="Google Shape;152;p16"/>
          <p:cNvGrpSpPr/>
          <p:nvPr/>
        </p:nvGrpSpPr>
        <p:grpSpPr>
          <a:xfrm>
            <a:off x="0" y="-275152"/>
            <a:ext cx="9144000" cy="5418653"/>
            <a:chOff x="0" y="-275152"/>
            <a:chExt cx="9144000" cy="5418653"/>
          </a:xfrm>
        </p:grpSpPr>
        <p:pic>
          <p:nvPicPr>
            <p:cNvPr id="153" name="Google Shape;153;p16"/>
            <p:cNvPicPr preferRelativeResize="0"/>
            <p:nvPr/>
          </p:nvPicPr>
          <p:blipFill rotWithShape="1">
            <a:blip r:embed="rId2">
              <a:alphaModFix/>
            </a:blip>
            <a:srcRect l="-5641"/>
            <a:stretch/>
          </p:blipFill>
          <p:spPr>
            <a:xfrm rot="5400000">
              <a:off x="-1185326" y="910174"/>
              <a:ext cx="5418653" cy="304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6"/>
            <p:cNvPicPr preferRelativeResize="0"/>
            <p:nvPr/>
          </p:nvPicPr>
          <p:blipFill rotWithShape="1">
            <a:blip r:embed="rId2">
              <a:alphaModFix/>
            </a:blip>
            <a:srcRect l="5338"/>
            <a:stretch/>
          </p:blipFill>
          <p:spPr>
            <a:xfrm rot="-5400000" flipH="1">
              <a:off x="2007363" y="1054862"/>
              <a:ext cx="5129275" cy="304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16"/>
            <p:cNvPicPr preferRelativeResize="0"/>
            <p:nvPr/>
          </p:nvPicPr>
          <p:blipFill rotWithShape="1">
            <a:blip r:embed="rId2">
              <a:alphaModFix/>
            </a:blip>
            <a:srcRect l="5864"/>
            <a:stretch/>
          </p:blipFill>
          <p:spPr>
            <a:xfrm rot="-5400000" flipH="1">
              <a:off x="5069575" y="1069075"/>
              <a:ext cx="5100850" cy="3048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" name="Google Shape;156;p16"/>
          <p:cNvGrpSpPr/>
          <p:nvPr/>
        </p:nvGrpSpPr>
        <p:grpSpPr>
          <a:xfrm flipH="1">
            <a:off x="0" y="-275152"/>
            <a:ext cx="9144000" cy="5418653"/>
            <a:chOff x="0" y="-275152"/>
            <a:chExt cx="9144000" cy="5418653"/>
          </a:xfrm>
        </p:grpSpPr>
        <p:pic>
          <p:nvPicPr>
            <p:cNvPr id="157" name="Google Shape;157;p16"/>
            <p:cNvPicPr preferRelativeResize="0"/>
            <p:nvPr/>
          </p:nvPicPr>
          <p:blipFill rotWithShape="1">
            <a:blip r:embed="rId2">
              <a:alphaModFix/>
            </a:blip>
            <a:srcRect l="-5641"/>
            <a:stretch/>
          </p:blipFill>
          <p:spPr>
            <a:xfrm rot="5400000">
              <a:off x="-1185326" y="910174"/>
              <a:ext cx="5418653" cy="304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16"/>
            <p:cNvPicPr preferRelativeResize="0"/>
            <p:nvPr/>
          </p:nvPicPr>
          <p:blipFill rotWithShape="1">
            <a:blip r:embed="rId2">
              <a:alphaModFix/>
            </a:blip>
            <a:srcRect l="5338"/>
            <a:stretch/>
          </p:blipFill>
          <p:spPr>
            <a:xfrm rot="-5400000" flipH="1">
              <a:off x="2007363" y="1054862"/>
              <a:ext cx="5129275" cy="304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16"/>
            <p:cNvPicPr preferRelativeResize="0"/>
            <p:nvPr/>
          </p:nvPicPr>
          <p:blipFill rotWithShape="1">
            <a:blip r:embed="rId2">
              <a:alphaModFix/>
            </a:blip>
            <a:srcRect l="5864"/>
            <a:stretch/>
          </p:blipFill>
          <p:spPr>
            <a:xfrm rot="-5400000" flipH="1">
              <a:off x="5069575" y="1069075"/>
              <a:ext cx="5100850" cy="304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" name="Google Shape;160;p16"/>
          <p:cNvSpPr/>
          <p:nvPr/>
        </p:nvSpPr>
        <p:spPr>
          <a:xfrm>
            <a:off x="-75" y="-50"/>
            <a:ext cx="9144000" cy="5143500"/>
          </a:xfrm>
          <a:prstGeom prst="frame">
            <a:avLst>
              <a:gd name="adj1" fmla="val 3321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subTitle" idx="1"/>
          </p:nvPr>
        </p:nvSpPr>
        <p:spPr>
          <a:xfrm>
            <a:off x="4572000" y="1525372"/>
            <a:ext cx="3671100" cy="29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subTitle" idx="2"/>
          </p:nvPr>
        </p:nvSpPr>
        <p:spPr>
          <a:xfrm>
            <a:off x="713225" y="1525372"/>
            <a:ext cx="3671100" cy="29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/>
          <p:nvPr/>
        </p:nvSpPr>
        <p:spPr>
          <a:xfrm rot="10800000">
            <a:off x="2686949" y="2599833"/>
            <a:ext cx="6454201" cy="2507492"/>
          </a:xfrm>
          <a:custGeom>
            <a:avLst/>
            <a:gdLst/>
            <a:ahLst/>
            <a:cxnLst/>
            <a:rect l="l" t="t" r="r" b="b"/>
            <a:pathLst>
              <a:path w="82717" h="32136" extrusionOk="0">
                <a:moveTo>
                  <a:pt x="371" y="0"/>
                </a:moveTo>
                <a:lnTo>
                  <a:pt x="0" y="32135"/>
                </a:lnTo>
                <a:cubicBezTo>
                  <a:pt x="7534" y="32082"/>
                  <a:pt x="15015" y="30455"/>
                  <a:pt x="20639" y="27626"/>
                </a:cubicBezTo>
                <a:cubicBezTo>
                  <a:pt x="27059" y="24424"/>
                  <a:pt x="30933" y="19879"/>
                  <a:pt x="37229" y="16590"/>
                </a:cubicBezTo>
                <a:cubicBezTo>
                  <a:pt x="43932" y="13106"/>
                  <a:pt x="52792" y="11319"/>
                  <a:pt x="61122" y="9232"/>
                </a:cubicBezTo>
                <a:cubicBezTo>
                  <a:pt x="69470" y="7145"/>
                  <a:pt x="78331" y="4510"/>
                  <a:pt x="82717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5" name="Google Shape;175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176" name="Google Shape;176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" name="Google Shape;178;p18"/>
          <p:cNvSpPr/>
          <p:nvPr/>
        </p:nvSpPr>
        <p:spPr>
          <a:xfrm>
            <a:off x="-75" y="-50"/>
            <a:ext cx="9144000" cy="5143500"/>
          </a:xfrm>
          <a:prstGeom prst="frame">
            <a:avLst>
              <a:gd name="adj1" fmla="val 3321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bg>
      <p:bgPr>
        <a:solidFill>
          <a:schemeClr val="dk2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/>
          <p:nvPr/>
        </p:nvSpPr>
        <p:spPr>
          <a:xfrm rot="-9521848" flipH="1">
            <a:off x="6569328" y="-429044"/>
            <a:ext cx="3552370" cy="1749612"/>
          </a:xfrm>
          <a:custGeom>
            <a:avLst/>
            <a:gdLst/>
            <a:ahLst/>
            <a:cxnLst/>
            <a:rect l="l" t="t" r="r" b="b"/>
            <a:pathLst>
              <a:path w="98122" h="48327" extrusionOk="0">
                <a:moveTo>
                  <a:pt x="80831" y="0"/>
                </a:moveTo>
                <a:cubicBezTo>
                  <a:pt x="77071" y="0"/>
                  <a:pt x="73202" y="1509"/>
                  <a:pt x="69825" y="3263"/>
                </a:cubicBezTo>
                <a:cubicBezTo>
                  <a:pt x="65297" y="5616"/>
                  <a:pt x="60840" y="8498"/>
                  <a:pt x="55694" y="9029"/>
                </a:cubicBezTo>
                <a:cubicBezTo>
                  <a:pt x="55102" y="9089"/>
                  <a:pt x="54514" y="9116"/>
                  <a:pt x="53929" y="9116"/>
                </a:cubicBezTo>
                <a:cubicBezTo>
                  <a:pt x="46576" y="9116"/>
                  <a:pt x="39658" y="4749"/>
                  <a:pt x="32202" y="4749"/>
                </a:cubicBezTo>
                <a:cubicBezTo>
                  <a:pt x="32174" y="4749"/>
                  <a:pt x="32146" y="4749"/>
                  <a:pt x="32118" y="4749"/>
                </a:cubicBezTo>
                <a:cubicBezTo>
                  <a:pt x="23983" y="4802"/>
                  <a:pt x="17103" y="9931"/>
                  <a:pt x="10029" y="13680"/>
                </a:cubicBezTo>
                <a:cubicBezTo>
                  <a:pt x="6669" y="15467"/>
                  <a:pt x="3379" y="16581"/>
                  <a:pt x="1" y="17341"/>
                </a:cubicBezTo>
                <a:lnTo>
                  <a:pt x="2053" y="48327"/>
                </a:lnTo>
                <a:lnTo>
                  <a:pt x="97963" y="41995"/>
                </a:lnTo>
                <a:lnTo>
                  <a:pt x="96212" y="15484"/>
                </a:lnTo>
                <a:cubicBezTo>
                  <a:pt x="96849" y="15431"/>
                  <a:pt x="97485" y="15307"/>
                  <a:pt x="98122" y="15201"/>
                </a:cubicBezTo>
                <a:cubicBezTo>
                  <a:pt x="96495" y="12336"/>
                  <a:pt x="94656" y="9577"/>
                  <a:pt x="92586" y="6960"/>
                </a:cubicBezTo>
                <a:cubicBezTo>
                  <a:pt x="90482" y="4307"/>
                  <a:pt x="88006" y="1689"/>
                  <a:pt x="84610" y="575"/>
                </a:cubicBezTo>
                <a:cubicBezTo>
                  <a:pt x="83379" y="175"/>
                  <a:pt x="82111" y="0"/>
                  <a:pt x="80831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" name="Google Shape;181;p19"/>
          <p:cNvGrpSpPr/>
          <p:nvPr/>
        </p:nvGrpSpPr>
        <p:grpSpPr>
          <a:xfrm>
            <a:off x="0" y="-275152"/>
            <a:ext cx="9144000" cy="5418653"/>
            <a:chOff x="0" y="-275152"/>
            <a:chExt cx="9144000" cy="5418653"/>
          </a:xfrm>
        </p:grpSpPr>
        <p:pic>
          <p:nvPicPr>
            <p:cNvPr id="182" name="Google Shape;182;p19"/>
            <p:cNvPicPr preferRelativeResize="0"/>
            <p:nvPr/>
          </p:nvPicPr>
          <p:blipFill rotWithShape="1">
            <a:blip r:embed="rId2">
              <a:alphaModFix/>
            </a:blip>
            <a:srcRect l="-5641"/>
            <a:stretch/>
          </p:blipFill>
          <p:spPr>
            <a:xfrm rot="5400000">
              <a:off x="-1185326" y="910174"/>
              <a:ext cx="5418653" cy="304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19"/>
            <p:cNvPicPr preferRelativeResize="0"/>
            <p:nvPr/>
          </p:nvPicPr>
          <p:blipFill rotWithShape="1">
            <a:blip r:embed="rId2">
              <a:alphaModFix/>
            </a:blip>
            <a:srcRect l="5338"/>
            <a:stretch/>
          </p:blipFill>
          <p:spPr>
            <a:xfrm rot="-5400000" flipH="1">
              <a:off x="2007363" y="1054862"/>
              <a:ext cx="5129275" cy="304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19"/>
            <p:cNvPicPr preferRelativeResize="0"/>
            <p:nvPr/>
          </p:nvPicPr>
          <p:blipFill rotWithShape="1">
            <a:blip r:embed="rId2">
              <a:alphaModFix/>
            </a:blip>
            <a:srcRect l="5864"/>
            <a:stretch/>
          </p:blipFill>
          <p:spPr>
            <a:xfrm rot="-5400000" flipH="1">
              <a:off x="5069575" y="1069075"/>
              <a:ext cx="5100850" cy="3048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19"/>
          <p:cNvGrpSpPr/>
          <p:nvPr/>
        </p:nvGrpSpPr>
        <p:grpSpPr>
          <a:xfrm>
            <a:off x="0" y="-275152"/>
            <a:ext cx="9144000" cy="5418653"/>
            <a:chOff x="0" y="-275152"/>
            <a:chExt cx="9144000" cy="5418653"/>
          </a:xfrm>
        </p:grpSpPr>
        <p:pic>
          <p:nvPicPr>
            <p:cNvPr id="186" name="Google Shape;186;p19"/>
            <p:cNvPicPr preferRelativeResize="0"/>
            <p:nvPr/>
          </p:nvPicPr>
          <p:blipFill rotWithShape="1">
            <a:blip r:embed="rId2">
              <a:alphaModFix/>
            </a:blip>
            <a:srcRect l="-5641"/>
            <a:stretch/>
          </p:blipFill>
          <p:spPr>
            <a:xfrm rot="5400000">
              <a:off x="-1185326" y="910174"/>
              <a:ext cx="5418653" cy="304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9"/>
            <p:cNvPicPr preferRelativeResize="0"/>
            <p:nvPr/>
          </p:nvPicPr>
          <p:blipFill rotWithShape="1">
            <a:blip r:embed="rId2">
              <a:alphaModFix/>
            </a:blip>
            <a:srcRect l="5338"/>
            <a:stretch/>
          </p:blipFill>
          <p:spPr>
            <a:xfrm rot="-5400000" flipH="1">
              <a:off x="2007363" y="1054862"/>
              <a:ext cx="5129275" cy="304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9"/>
            <p:cNvPicPr preferRelativeResize="0"/>
            <p:nvPr/>
          </p:nvPicPr>
          <p:blipFill rotWithShape="1">
            <a:blip r:embed="rId2">
              <a:alphaModFix/>
            </a:blip>
            <a:srcRect l="5864"/>
            <a:stretch/>
          </p:blipFill>
          <p:spPr>
            <a:xfrm rot="-5400000" flipH="1">
              <a:off x="5069575" y="1069075"/>
              <a:ext cx="5100850" cy="304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9" name="Google Shape;189;p19"/>
          <p:cNvSpPr/>
          <p:nvPr/>
        </p:nvSpPr>
        <p:spPr>
          <a:xfrm>
            <a:off x="-75" y="-50"/>
            <a:ext cx="9144000" cy="5143500"/>
          </a:xfrm>
          <a:prstGeom prst="frame">
            <a:avLst>
              <a:gd name="adj1" fmla="val 3321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Char char="●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Char char="○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Char char="■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Char char="●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Char char="○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Char char="■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Char char="●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 Medium"/>
              <a:buChar char="○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anrope Medium"/>
              <a:buChar char="■"/>
              <a:defRPr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7" r:id="rId5"/>
    <p:sldLayoutId id="2147483658" r:id="rId6"/>
    <p:sldLayoutId id="2147483659" r:id="rId7"/>
    <p:sldLayoutId id="2147483662" r:id="rId8"/>
    <p:sldLayoutId id="2147483664" r:id="rId9"/>
    <p:sldLayoutId id="2147483665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>
            <a:spLocks noGrp="1"/>
          </p:cNvSpPr>
          <p:nvPr>
            <p:ph type="ctrTitle"/>
          </p:nvPr>
        </p:nvSpPr>
        <p:spPr>
          <a:xfrm>
            <a:off x="713224" y="539500"/>
            <a:ext cx="7717553" cy="21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Báo cáo đồ án</a:t>
            </a:r>
            <a:br>
              <a:rPr lang="en-US" sz="340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40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Môn học: Lập trình mạng căn bản</a:t>
            </a:r>
            <a:br>
              <a:rPr lang="en-US" sz="340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40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Đề tài: Study Chat Application</a:t>
            </a:r>
            <a:endParaRPr sz="3400">
              <a:solidFill>
                <a:schemeClr val="accent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1" name="Google Shape;201;p23"/>
          <p:cNvSpPr txBox="1">
            <a:spLocks noGrp="1"/>
          </p:cNvSpPr>
          <p:nvPr>
            <p:ph type="subTitle" idx="1"/>
          </p:nvPr>
        </p:nvSpPr>
        <p:spPr>
          <a:xfrm>
            <a:off x="2650361" y="2282955"/>
            <a:ext cx="4013910" cy="630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GVHD: Ths. Lê Minh Khánh Hội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Nhóm sinh viên thực hiện:</a:t>
            </a:r>
            <a:endParaRPr sz="2000">
              <a:solidFill>
                <a:schemeClr val="bg1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3A3903-36A1-C869-FF9D-5CC71276C9A7}"/>
              </a:ext>
            </a:extLst>
          </p:cNvPr>
          <p:cNvSpPr txBox="1"/>
          <p:nvPr/>
        </p:nvSpPr>
        <p:spPr>
          <a:xfrm>
            <a:off x="2908277" y="2973337"/>
            <a:ext cx="300198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Đặng Trung Hậu – 21520833</a:t>
            </a:r>
          </a:p>
          <a:p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Hồ Mạnh Đạt – 21520695</a:t>
            </a:r>
          </a:p>
          <a:p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Nguyễn Gia Quân – 21501327</a:t>
            </a:r>
          </a:p>
          <a:p>
            <a:endParaRPr lang="en-US">
              <a:solidFill>
                <a:schemeClr val="bg1">
                  <a:lumMod val="1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>
            <a:spLocks noGrp="1"/>
          </p:cNvSpPr>
          <p:nvPr>
            <p:ph type="title"/>
          </p:nvPr>
        </p:nvSpPr>
        <p:spPr>
          <a:xfrm>
            <a:off x="1565631" y="1496212"/>
            <a:ext cx="280488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Tổng quan đề tài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0" name="Google Shape;220;p25"/>
          <p:cNvSpPr txBox="1">
            <a:spLocks noGrp="1"/>
          </p:cNvSpPr>
          <p:nvPr>
            <p:ph type="title" idx="2"/>
          </p:nvPr>
        </p:nvSpPr>
        <p:spPr>
          <a:xfrm>
            <a:off x="798464" y="1487043"/>
            <a:ext cx="767167" cy="63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" name="Google Shape;225;p25"/>
          <p:cNvSpPr txBox="1">
            <a:spLocks noGrp="1"/>
          </p:cNvSpPr>
          <p:nvPr>
            <p:ph type="title" idx="7"/>
          </p:nvPr>
        </p:nvSpPr>
        <p:spPr>
          <a:xfrm>
            <a:off x="798464" y="2172185"/>
            <a:ext cx="883102" cy="63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6" name="Google Shape;226;p25"/>
          <p:cNvSpPr txBox="1">
            <a:spLocks noGrp="1"/>
          </p:cNvSpPr>
          <p:nvPr>
            <p:ph type="title" idx="8"/>
          </p:nvPr>
        </p:nvSpPr>
        <p:spPr>
          <a:xfrm>
            <a:off x="798464" y="2857327"/>
            <a:ext cx="767167" cy="63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7" name="Google Shape;227;p25"/>
          <p:cNvSpPr txBox="1">
            <a:spLocks noGrp="1"/>
          </p:cNvSpPr>
          <p:nvPr>
            <p:ph type="ctrTitle" idx="9"/>
          </p:nvPr>
        </p:nvSpPr>
        <p:spPr>
          <a:xfrm>
            <a:off x="713225" y="539500"/>
            <a:ext cx="77175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Nội dung báo cáo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Google Shape;218;p25">
            <a:extLst>
              <a:ext uri="{FF2B5EF4-FFF2-40B4-BE49-F238E27FC236}">
                <a16:creationId xmlns:a16="http://schemas.microsoft.com/office/drawing/2014/main" id="{37AE96E6-DDFE-8C83-B515-B75258111376}"/>
              </a:ext>
            </a:extLst>
          </p:cNvPr>
          <p:cNvSpPr txBox="1">
            <a:spLocks/>
          </p:cNvSpPr>
          <p:nvPr/>
        </p:nvSpPr>
        <p:spPr>
          <a:xfrm>
            <a:off x="1565630" y="2217124"/>
            <a:ext cx="3882024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Phân tích, thiết kế hệ thống</a:t>
            </a:r>
            <a:endParaRPr lang="vi-V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Google Shape;218;p25">
            <a:extLst>
              <a:ext uri="{FF2B5EF4-FFF2-40B4-BE49-F238E27FC236}">
                <a16:creationId xmlns:a16="http://schemas.microsoft.com/office/drawing/2014/main" id="{7DCB4552-DF85-4E74-8ACB-3C345565442A}"/>
              </a:ext>
            </a:extLst>
          </p:cNvPr>
          <p:cNvSpPr txBox="1">
            <a:spLocks/>
          </p:cNvSpPr>
          <p:nvPr/>
        </p:nvSpPr>
        <p:spPr>
          <a:xfrm>
            <a:off x="1565630" y="2853867"/>
            <a:ext cx="2804889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Hiện thực hệ thống</a:t>
            </a:r>
            <a:endParaRPr lang="vi-V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226;p25">
            <a:extLst>
              <a:ext uri="{FF2B5EF4-FFF2-40B4-BE49-F238E27FC236}">
                <a16:creationId xmlns:a16="http://schemas.microsoft.com/office/drawing/2014/main" id="{CFE3E5A6-0D8F-E612-958B-38F16280ACB6}"/>
              </a:ext>
            </a:extLst>
          </p:cNvPr>
          <p:cNvSpPr txBox="1">
            <a:spLocks/>
          </p:cNvSpPr>
          <p:nvPr/>
        </p:nvSpPr>
        <p:spPr>
          <a:xfrm>
            <a:off x="798464" y="3542469"/>
            <a:ext cx="767167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5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</a:p>
        </p:txBody>
      </p:sp>
      <p:sp>
        <p:nvSpPr>
          <p:cNvPr id="13" name="Google Shape;218;p25">
            <a:extLst>
              <a:ext uri="{FF2B5EF4-FFF2-40B4-BE49-F238E27FC236}">
                <a16:creationId xmlns:a16="http://schemas.microsoft.com/office/drawing/2014/main" id="{666A408D-6923-F902-B76A-B7AE7B569B6C}"/>
              </a:ext>
            </a:extLst>
          </p:cNvPr>
          <p:cNvSpPr txBox="1">
            <a:spLocks/>
          </p:cNvSpPr>
          <p:nvPr/>
        </p:nvSpPr>
        <p:spPr>
          <a:xfrm>
            <a:off x="1565629" y="3542469"/>
            <a:ext cx="3812283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accent3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24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Kết luận, hướng phát triển</a:t>
            </a:r>
            <a:endParaRPr lang="vi-V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>
            <a:spLocks noGrp="1"/>
          </p:cNvSpPr>
          <p:nvPr>
            <p:ph type="ctrTitle"/>
          </p:nvPr>
        </p:nvSpPr>
        <p:spPr>
          <a:xfrm>
            <a:off x="713225" y="1336371"/>
            <a:ext cx="5541918" cy="172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Tổng quan đề tài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4" name="Google Shape;234;p26"/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1885800" cy="7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limate Crisi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Giới</a:t>
            </a: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thiệu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C255C5-1928-51CD-075A-877CF2B1371E}"/>
              </a:ext>
            </a:extLst>
          </p:cNvPr>
          <p:cNvSpPr txBox="1"/>
          <p:nvPr/>
        </p:nvSpPr>
        <p:spPr>
          <a:xfrm>
            <a:off x="783770" y="1373440"/>
            <a:ext cx="73920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0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ác ứng dụng Chat là một trong những ứng dụng rất phổ biến và tiện lợi cho người dùng. </a:t>
            </a:r>
          </a:p>
          <a:p>
            <a:pPr marL="285750" indent="-285750">
              <a:buFontTx/>
              <a:buChar char="-"/>
            </a:pPr>
            <a:r>
              <a:rPr lang="en-US" sz="20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Ứng dụng Chat đã phát triển khá lâu và đã được đẩy mạnh trong những năm trở lại đây</a:t>
            </a:r>
            <a:endParaRPr lang="en-US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09903C-1B9A-03CB-27F4-9C7DACBE5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684" y="2729484"/>
            <a:ext cx="1741777" cy="1741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18BC72-BD87-6C7E-58E2-D41E60951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904" y="2729484"/>
            <a:ext cx="1741777" cy="17417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B717F8-6A1A-A394-E132-579B779D3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034" y="2729484"/>
            <a:ext cx="1741777" cy="174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055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Công nghệ sử dụng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95835A-6B26-0C05-76DE-82A7E4E65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78" y="2037404"/>
            <a:ext cx="2307666" cy="13546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4D829D-5500-D763-EE44-A9AF54EA1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038" y="1671482"/>
            <a:ext cx="1761874" cy="17618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CF6650-F7F8-44C8-42C1-0892B931E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214" y="1753775"/>
            <a:ext cx="16383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023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>
            <a:spLocks noGrp="1"/>
          </p:cNvSpPr>
          <p:nvPr>
            <p:ph type="ctrTitle"/>
          </p:nvPr>
        </p:nvSpPr>
        <p:spPr>
          <a:xfrm>
            <a:off x="713224" y="1336371"/>
            <a:ext cx="8503603" cy="1115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Phân tích, thiết kế hệ thống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4" name="Google Shape;234;p26"/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1885800" cy="7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limate Crisis"/>
            </a:endParaRPr>
          </a:p>
        </p:txBody>
      </p:sp>
    </p:spTree>
    <p:extLst>
      <p:ext uri="{BB962C8B-B14F-4D97-AF65-F5344CB8AC3E}">
        <p14:creationId xmlns:p14="http://schemas.microsoft.com/office/powerpoint/2010/main" val="906544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Sơ đồ kiến trúc tổng quan hệ thống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Hình ảnh 5" descr="A picture containing screenshot, line, plot, diagram&#10;&#10;Description automatically generated">
            <a:extLst>
              <a:ext uri="{FF2B5EF4-FFF2-40B4-BE49-F238E27FC236}">
                <a16:creationId xmlns:a16="http://schemas.microsoft.com/office/drawing/2014/main" id="{BFD63C5D-2E41-4446-022A-10DDED1CF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94" y="1617729"/>
            <a:ext cx="8293211" cy="208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772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Sơ đồ kiến trúc tổng quan hệ thống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098460-7B96-7EC9-78F3-98577167A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208" y="1303000"/>
            <a:ext cx="6059534" cy="309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65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Sơ đồ kiến trúc tổng quan hệ thống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60A1B2-CF51-2B58-C591-4517CA99C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96" y="1528404"/>
            <a:ext cx="7804158" cy="260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081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stack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90C9B3-A28D-8D1D-4709-621BC9AA5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960" y="1177872"/>
            <a:ext cx="6106030" cy="348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25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Messgage structure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5083CD-94BD-5644-4D60-131EF1C5A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14" y="1690456"/>
            <a:ext cx="7933711" cy="230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92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04C12-C329-1287-76A1-FEE45FAE2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686" y="1159152"/>
            <a:ext cx="6232577" cy="33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409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>
            <a:spLocks noGrp="1"/>
          </p:cNvSpPr>
          <p:nvPr>
            <p:ph type="ctrTitle"/>
          </p:nvPr>
        </p:nvSpPr>
        <p:spPr>
          <a:xfrm>
            <a:off x="713225" y="219425"/>
            <a:ext cx="77175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Luồng ứng dụng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1C80E0-752B-FAA0-648E-41CCD2997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755" y="845799"/>
            <a:ext cx="5604440" cy="3991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198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>
            <a:spLocks noGrp="1"/>
          </p:cNvSpPr>
          <p:nvPr>
            <p:ph type="ctrTitle"/>
          </p:nvPr>
        </p:nvSpPr>
        <p:spPr>
          <a:xfrm>
            <a:off x="713224" y="1336371"/>
            <a:ext cx="8503603" cy="1115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Hiện thực hệ thống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4" name="Google Shape;234;p26"/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1885800" cy="7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limate Crisis"/>
            </a:endParaRPr>
          </a:p>
        </p:txBody>
      </p:sp>
    </p:spTree>
    <p:extLst>
      <p:ext uri="{BB962C8B-B14F-4D97-AF65-F5344CB8AC3E}">
        <p14:creationId xmlns:p14="http://schemas.microsoft.com/office/powerpoint/2010/main" val="1183530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>
            <a:spLocks noGrp="1"/>
          </p:cNvSpPr>
          <p:nvPr>
            <p:ph type="ctrTitle"/>
          </p:nvPr>
        </p:nvSpPr>
        <p:spPr>
          <a:xfrm>
            <a:off x="713224" y="1336371"/>
            <a:ext cx="8503603" cy="1115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Kết luận, hướng phát triển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4" name="Google Shape;234;p26"/>
          <p:cNvSpPr txBox="1">
            <a:spLocks noGrp="1"/>
          </p:cNvSpPr>
          <p:nvPr>
            <p:ph type="title" idx="2"/>
          </p:nvPr>
        </p:nvSpPr>
        <p:spPr>
          <a:xfrm>
            <a:off x="713225" y="539500"/>
            <a:ext cx="1885800" cy="7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limate Crisis"/>
            </a:endParaRPr>
          </a:p>
        </p:txBody>
      </p:sp>
    </p:spTree>
    <p:extLst>
      <p:ext uri="{BB962C8B-B14F-4D97-AF65-F5344CB8AC3E}">
        <p14:creationId xmlns:p14="http://schemas.microsoft.com/office/powerpoint/2010/main" val="1046716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>
            <a:spLocks noGrp="1"/>
          </p:cNvSpPr>
          <p:nvPr>
            <p:ph type="ctrTitle"/>
          </p:nvPr>
        </p:nvSpPr>
        <p:spPr>
          <a:xfrm>
            <a:off x="713225" y="219425"/>
            <a:ext cx="77175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Kết quả đạt được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71A87-4683-79EF-E036-3BC264E623F5}"/>
              </a:ext>
            </a:extLst>
          </p:cNvPr>
          <p:cNvSpPr txBox="1"/>
          <p:nvPr/>
        </p:nvSpPr>
        <p:spPr>
          <a:xfrm>
            <a:off x="914400" y="982925"/>
            <a:ext cx="6708161" cy="2367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20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 kế và triển khai được giao diện cũng như các tính năng cần thiết của đề tài.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20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Ứng dụng được kiến thức của các môn học trước (Cơ sở dữ liệu, Nhập môn mạng máy tính) vào đề tài.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just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-"/>
            </a:pPr>
            <a:r>
              <a:rPr lang="en-US" sz="20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Hiểu rõ hơn về ngôn ngữ lập trình C# Winform và các thư viện hỗ trợ.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96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>
            <a:spLocks noGrp="1"/>
          </p:cNvSpPr>
          <p:nvPr>
            <p:ph type="ctrTitle"/>
          </p:nvPr>
        </p:nvSpPr>
        <p:spPr>
          <a:xfrm>
            <a:off x="713225" y="219425"/>
            <a:ext cx="77175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Hạn chế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71A87-4683-79EF-E036-3BC264E623F5}"/>
              </a:ext>
            </a:extLst>
          </p:cNvPr>
          <p:cNvSpPr txBox="1"/>
          <p:nvPr/>
        </p:nvSpPr>
        <p:spPr>
          <a:xfrm>
            <a:off x="914400" y="982925"/>
            <a:ext cx="6708161" cy="1715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20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Các chức năng của chương trình chưa được linh hoạt.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20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Chưa làm được tính năng Video call. 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just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-"/>
            </a:pPr>
            <a:r>
              <a:rPr lang="en-US" sz="20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Chưa giải quyết được vấn đề xung đột giữa các client khi cùng hoạt động song song.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004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>
            <a:spLocks noGrp="1"/>
          </p:cNvSpPr>
          <p:nvPr>
            <p:ph type="ctrTitle"/>
          </p:nvPr>
        </p:nvSpPr>
        <p:spPr>
          <a:xfrm>
            <a:off x="713225" y="219425"/>
            <a:ext cx="77175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Hướng phát triển </a:t>
            </a:r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71A87-4683-79EF-E036-3BC264E623F5}"/>
              </a:ext>
            </a:extLst>
          </p:cNvPr>
          <p:cNvSpPr txBox="1"/>
          <p:nvPr/>
        </p:nvSpPr>
        <p:spPr>
          <a:xfrm>
            <a:off x="914400" y="982925"/>
            <a:ext cx="6708161" cy="2367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20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Nâng cấp chương trình, xử lý các sự kiện một cách linh hoạt hơn.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20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Giải quyết vấn đề xung đột giữa các client bằng cách lập trình bất đồng bộ.</a:t>
            </a:r>
          </a:p>
          <a:p>
            <a:pPr marL="342900" marR="0" lvl="0" indent="-342900"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Hoạt thiện các chức năng chưa làm được.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algn="just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20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289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42ACD4-913B-FE78-2EB2-D0513BF6AC2F}"/>
              </a:ext>
            </a:extLst>
          </p:cNvPr>
          <p:cNvSpPr txBox="1"/>
          <p:nvPr/>
        </p:nvSpPr>
        <p:spPr>
          <a:xfrm>
            <a:off x="1029302" y="1674534"/>
            <a:ext cx="7085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Cảm ơn cô và các bạn đã theo dõi!</a:t>
            </a:r>
          </a:p>
        </p:txBody>
      </p:sp>
    </p:spTree>
    <p:extLst>
      <p:ext uri="{BB962C8B-B14F-4D97-AF65-F5344CB8AC3E}">
        <p14:creationId xmlns:p14="http://schemas.microsoft.com/office/powerpoint/2010/main" val="183630001"/>
      </p:ext>
    </p:extLst>
  </p:cSld>
  <p:clrMapOvr>
    <a:masterClrMapping/>
  </p:clrMapOvr>
</p:sld>
</file>

<file path=ppt/theme/theme1.xml><?xml version="1.0" encoding="utf-8"?>
<a:theme xmlns:a="http://schemas.openxmlformats.org/drawingml/2006/main" name="Professional Digital Lavender Marketing Basic Template by Slidesgo">
  <a:themeElements>
    <a:clrScheme name="Simple Light">
      <a:dk1>
        <a:srgbClr val="302D42"/>
      </a:dk1>
      <a:lt1>
        <a:srgbClr val="DACBF0"/>
      </a:lt1>
      <a:dk2>
        <a:srgbClr val="F6EBFC"/>
      </a:dk2>
      <a:lt2>
        <a:srgbClr val="BDCCFF"/>
      </a:lt2>
      <a:accent1>
        <a:srgbClr val="8C9DE2"/>
      </a:accent1>
      <a:accent2>
        <a:srgbClr val="5F5FF6"/>
      </a:accent2>
      <a:accent3>
        <a:srgbClr val="59398A"/>
      </a:accent3>
      <a:accent4>
        <a:srgbClr val="FFFFFF"/>
      </a:accent4>
      <a:accent5>
        <a:srgbClr val="FFFFFF"/>
      </a:accent5>
      <a:accent6>
        <a:srgbClr val="FFFFFF"/>
      </a:accent6>
      <a:hlink>
        <a:srgbClr val="302D4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/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597AE72EEA79B74DA5C86E3CA8C98E55" ma:contentTypeVersion="8" ma:contentTypeDescription="Tạo tài liệu mới." ma:contentTypeScope="" ma:versionID="228137d3d3a662841234720b31325ec3">
  <xsd:schema xmlns:xsd="http://www.w3.org/2001/XMLSchema" xmlns:xs="http://www.w3.org/2001/XMLSchema" xmlns:p="http://schemas.microsoft.com/office/2006/metadata/properties" xmlns:ns3="81e90ab8-9e7d-4b67-ba12-d147179b0223" xmlns:ns4="86b2c21e-bc8a-47d8-90cc-43181eba94ed" targetNamespace="http://schemas.microsoft.com/office/2006/metadata/properties" ma:root="true" ma:fieldsID="1ffea755bfe30dc81b0c07d88d54df07" ns3:_="" ns4:_="">
    <xsd:import namespace="81e90ab8-9e7d-4b67-ba12-d147179b0223"/>
    <xsd:import namespace="86b2c21e-bc8a-47d8-90cc-43181eba94e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e90ab8-9e7d-4b67-ba12-d147179b02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b2c21e-bc8a-47d8-90cc-43181eba94e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hia sẻ Với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Chia sẻ Có Chi tiết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àm băm Gợi ý Chia sẻ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1e90ab8-9e7d-4b67-ba12-d147179b0223" xsi:nil="true"/>
  </documentManagement>
</p:properties>
</file>

<file path=customXml/itemProps1.xml><?xml version="1.0" encoding="utf-8"?>
<ds:datastoreItem xmlns:ds="http://schemas.openxmlformats.org/officeDocument/2006/customXml" ds:itemID="{B9BBCFFD-336C-4478-B99E-FB369B8F31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e90ab8-9e7d-4b67-ba12-d147179b0223"/>
    <ds:schemaRef ds:uri="86b2c21e-bc8a-47d8-90cc-43181eba94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D8460A-809D-4CDD-B60D-154E4D0A433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FF4835-7D70-4729-A59C-756CA5BE5E4A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elements/1.1/"/>
    <ds:schemaRef ds:uri="http://purl.org/dc/dcmitype/"/>
    <ds:schemaRef ds:uri="86b2c21e-bc8a-47d8-90cc-43181eba94ed"/>
    <ds:schemaRef ds:uri="81e90ab8-9e7d-4b67-ba12-d147179b0223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343</Words>
  <Application>Microsoft Office PowerPoint</Application>
  <PresentationFormat>On-screen Show (16:9)</PresentationFormat>
  <Paragraphs>48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Times New Roman</vt:lpstr>
      <vt:lpstr>Albert Sans</vt:lpstr>
      <vt:lpstr>Manrope Medium</vt:lpstr>
      <vt:lpstr>Arial</vt:lpstr>
      <vt:lpstr>Manrope</vt:lpstr>
      <vt:lpstr>Calibri</vt:lpstr>
      <vt:lpstr>Professional Digital Lavender Marketing Basic Template by Slidesgo</vt:lpstr>
      <vt:lpstr>Báo cáo đồ án Môn học: Lập trình mạng căn bản Đề tài: Study Chat Application</vt:lpstr>
      <vt:lpstr>Tổng quan đề tài</vt:lpstr>
      <vt:lpstr>Tổng quan đề tài</vt:lpstr>
      <vt:lpstr>Giới thiệu</vt:lpstr>
      <vt:lpstr>Công nghệ sử dụng</vt:lpstr>
      <vt:lpstr>Phân tích, thiết kế hệ thống</vt:lpstr>
      <vt:lpstr>Sơ đồ kiến trúc tổng quan hệ thống</vt:lpstr>
      <vt:lpstr>Sơ đồ kiến trúc tổng quan hệ thống</vt:lpstr>
      <vt:lpstr>Sơ đồ kiến trúc tổng quan hệ thống</vt:lpstr>
      <vt:lpstr>Network stack</vt:lpstr>
      <vt:lpstr>Messgage structure</vt:lpstr>
      <vt:lpstr>Use case</vt:lpstr>
      <vt:lpstr>Luồng ứng dụng</vt:lpstr>
      <vt:lpstr>Hiện thực hệ thống</vt:lpstr>
      <vt:lpstr>Kết luận, hướng phát triển</vt:lpstr>
      <vt:lpstr>Kết quả đạt được</vt:lpstr>
      <vt:lpstr>Hạn chế</vt:lpstr>
      <vt:lpstr>Hướng phát triển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Báo cáo đồ án Môn học: Lập trình mạng căn bản Đề tài: Study Chat Application</dc:title>
  <dc:creator>TRUNG HẬU ĐẶNG</dc:creator>
  <cp:lastModifiedBy>Đặng Trung Hậu</cp:lastModifiedBy>
  <cp:revision>3</cp:revision>
  <dcterms:modified xsi:type="dcterms:W3CDTF">2023-06-05T07:58:13Z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0x010100597AE72EEA79B74DA5C86E3CA8C98E55</vt:lpwstr>
  </property>
</Properties>
</file>